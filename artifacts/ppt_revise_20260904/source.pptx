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8261e76f74c5a" /><Relationship Type="http://schemas.openxmlformats.org/officeDocument/2006/relationships/extended-properties" Target="/docProps/app.xml" Id="Rffaf22d4513d43ea" /><Relationship Type="http://schemas.openxmlformats.org/officeDocument/2006/relationships/officeDocument" Target="/ppt/presentation.xml" Id="R9c35604aa46c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a91559e0d4b85"/>
  </p:sldMasterIdLst>
  <p:notesMasterIdLst>
    <p:notesMasterId xmlns:r="http://schemas.openxmlformats.org/officeDocument/2006/relationships" r:id="Rfd6f5c5628414cf9"/>
  </p:notesMasterIdLst>
  <p:sldIdLst>
    <p:sldId xmlns:r="http://schemas.openxmlformats.org/officeDocument/2006/relationships" id="256" r:id="R5df03dd4dffd40dd"/>
    <p:sldId xmlns:r="http://schemas.openxmlformats.org/officeDocument/2006/relationships" id="257" r:id="Rc346bcdf5f6040cd"/>
    <p:sldId xmlns:r="http://schemas.openxmlformats.org/officeDocument/2006/relationships" id="258" r:id="R8903bf9f853046f4"/>
    <p:sldId xmlns:r="http://schemas.openxmlformats.org/officeDocument/2006/relationships" id="259" r:id="Rf27efd747b454887"/>
    <p:sldId xmlns:r="http://schemas.openxmlformats.org/officeDocument/2006/relationships" id="260" r:id="Rd892da8a66b745a4"/>
    <p:sldId xmlns:r="http://schemas.openxmlformats.org/officeDocument/2006/relationships" id="261" r:id="R10e095c420924688"/>
    <p:sldId xmlns:r="http://schemas.openxmlformats.org/officeDocument/2006/relationships" id="262" r:id="Rf80eabfa1844400f"/>
    <p:sldId xmlns:r="http://schemas.openxmlformats.org/officeDocument/2006/relationships" id="263" r:id="Rce456c971725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1758033a349aa" /><Relationship Type="http://schemas.openxmlformats.org/officeDocument/2006/relationships/slideMaster" Target="/ppt/slideMasters/slideMaster1.xml" Id="R200a91559e0d4b85" /><Relationship Type="http://schemas.openxmlformats.org/officeDocument/2006/relationships/notesMaster" Target="/ppt/notesMasters/notesMaster1.xml" Id="Rfd6f5c5628414cf9" /><Relationship Type="http://schemas.openxmlformats.org/officeDocument/2006/relationships/presProps" Target="/ppt/presProps.xml" Id="R15639b6730b747e7" /><Relationship Type="http://schemas.openxmlformats.org/officeDocument/2006/relationships/tableStyles" Target="/ppt/tableStyles.xml" Id="Rfe20ea0cc854479e" /><Relationship Type="http://schemas.openxmlformats.org/officeDocument/2006/relationships/slide" Target="/ppt/slides/slide1.xml" Id="R5df03dd4dffd40dd" /><Relationship Type="http://schemas.openxmlformats.org/officeDocument/2006/relationships/slide" Target="/ppt/slides/slide2.xml" Id="Rc346bcdf5f6040cd" /><Relationship Type="http://schemas.openxmlformats.org/officeDocument/2006/relationships/slide" Target="/ppt/slides/slide3.xml" Id="R8903bf9f853046f4" /><Relationship Type="http://schemas.openxmlformats.org/officeDocument/2006/relationships/slide" Target="/ppt/slides/slide4.xml" Id="Rf27efd747b454887" /><Relationship Type="http://schemas.openxmlformats.org/officeDocument/2006/relationships/slide" Target="/ppt/slides/slide5.xml" Id="Rd892da8a66b745a4" /><Relationship Type="http://schemas.openxmlformats.org/officeDocument/2006/relationships/slide" Target="/ppt/slides/slide6.xml" Id="R10e095c420924688" /><Relationship Type="http://schemas.openxmlformats.org/officeDocument/2006/relationships/slide" Target="/ppt/slides/slide7.xml" Id="Rf80eabfa1844400f" /><Relationship Type="http://schemas.openxmlformats.org/officeDocument/2006/relationships/slide" Target="/ppt/slides/slide8.xml" Id="Rce456c971725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5cc044c01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8342ed2aa4702" /><Relationship Type="http://schemas.openxmlformats.org/officeDocument/2006/relationships/notesMaster" Target="/ppt/notesMasters/notesMaster1.xml" Id="R6664bdaff039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56922f8d444d5" /><Relationship Type="http://schemas.openxmlformats.org/officeDocument/2006/relationships/notesMaster" Target="/ppt/notesMasters/notesMaster1.xml" Id="Rb338a09843ba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e9439942a44cb" /><Relationship Type="http://schemas.openxmlformats.org/officeDocument/2006/relationships/notesMaster" Target="/ppt/notesMasters/notesMaster1.xml" Id="R69b6ab09fe214b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bcaf6e17840de" /><Relationship Type="http://schemas.openxmlformats.org/officeDocument/2006/relationships/notesMaster" Target="/ppt/notesMasters/notesMaster1.xml" Id="R3dd993bc1cab44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ffde73d3954c0e" /><Relationship Type="http://schemas.openxmlformats.org/officeDocument/2006/relationships/notesMaster" Target="/ppt/notesMasters/notesMaster1.xml" Id="R39a1bb75bd2347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b927bb803f461b" /><Relationship Type="http://schemas.openxmlformats.org/officeDocument/2006/relationships/notesMaster" Target="/ppt/notesMasters/notesMaster1.xml" Id="R87d826e1f8834e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a1a590bae4a3d" /><Relationship Type="http://schemas.openxmlformats.org/officeDocument/2006/relationships/notesMaster" Target="/ppt/notesMasters/notesMaster1.xml" Id="Rdf76775adee440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153fbcc9245aa" /><Relationship Type="http://schemas.openxmlformats.org/officeDocument/2006/relationships/notesMaster" Target="/ppt/notesMasters/notesMaster1.xml" Id="Rbf7d3b572fb74a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开场先讲结论：我没有重做 SocialReader，而是在通用采集底座上增加 food_v1 领域模块。这个 MVP 的重点不是声称模型更聪明，而是让新品、热门和用户原句都有可追溯的证据与明确边界。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D:\SocialReader\artifacts\ppt_cover_20260904.png</a:t>
            </a:r>
          </a:p>
          <a:p xmlns:a="http://schemas.openxmlformats.org/drawingml/2006/main">
            <a:r>
              <a:t>- D:\hermes\求职\海博拓天笔试题\AI美食社媒情报Agent-V2任务书.md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这一页强调为什么要做领域升级。通用采集解决输入问题，但业务要的是可解释结论：为什么算新品、为什么相对热门、推荐理由来自哪一句。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D:\hermes\求职\海博拓天笔试题\AI美食社媒情报Agent-V2任务书.md</a:t>
            </a:r>
          </a:p>
          <a:p xmlns:a="http://schemas.openxmlformats.org/drawingml/2006/main">
            <a:r>
              <a:t>- D:\SocialReader\README.md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这里不要把 V1 讲成单纯改写了一段 Prompt。真正的变化是任务拆分：抽取、候选、审核和理由各自保存，模型或规则的错误可以被定位，而不是只看到一段最终文案。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D:\SocialReader\domains\food_v1\evals\prompt_versions.json</a:t>
            </a:r>
          </a:p>
          <a:p xmlns:a="http://schemas.openxmlformats.org/drawingml/2006/main">
            <a:r>
              <a:t>- D:\SocialReader\domains\food_v1\manifest.json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用两个最容易理解的例子讲清楚。V0 依赖宽松关键词，所以会把空泛夸赞收进来，也会漏掉没有预设关键词但非常具体的表达。V1 的目标是提升边界质量，而不是在这里宣称生产准确率。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D:\SocialReader\eval_food.py</a:t>
            </a:r>
          </a:p>
          <a:p xmlns:a="http://schemas.openxmlformats.org/drawingml/2006/main">
            <a:r>
              <a:t>- D:\SocialReader\domains\food_v1\evals\stage1_acceptance_cases.jsonl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这页主动回答面试官可能追问的‘谁标的’。8 条是开发验收夹具；24 篇是未来计划，目前没有任何人完成标注。因此系统明确输出 production_metrics=null。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D:\SocialReader\domains\food_v1\evals\gold_cases_v1.jsonl</a:t>
            </a:r>
          </a:p>
          <a:p xmlns:a="http://schemas.openxmlformats.org/drawingml/2006/main">
            <a:r>
              <a:t>- D:\SocialReader\deliverables\pre_capture_demo\eval_report.json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只讲三类已经复现的结果：采集成功、测试通过、证据可回溯。55 条候选不是 55 条高质量推荐语，它们仍然待人工审核。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- D:\SocialReader\deliverables\pre_capture_demo\eval_report.json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现场演示只走最短闭环。先展示关键词预览和当前运行统计，再切换到活人感表达库，说明每条原句都能看到来源类型、位置、规则判断和人工状态。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D:\SocialReader\artifacts\ppt_overview_20260904.png</a:t>
            </a:r>
          </a:p>
          <a:p xmlns:a="http://schemas.openxmlformats.org/drawingml/2006/main">
            <a:r>
              <a:t>- D:\SocialReader\artifacts\ppt_evidence_20260904.png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收尾回到开场：这个版本不是完成所有智能判断，而是把一个容易夸大的演示题做成可验证、可追溯、可继续迭代的 MVP。下一步优先补真实人工金标准和专业品类体系。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D:\SocialReader\deliverables\05_已知限制与后续计划.md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cc61d9cfe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e6c40a28564e8c" /><Relationship Type="http://schemas.openxmlformats.org/officeDocument/2006/relationships/slideLayout" Target="/ppt/slideLayouts/slideLayout1.xml" Id="Re98db30cf9fb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db30cf9fb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9ad40f2f84ba8" /><Relationship Type="http://schemas.openxmlformats.org/officeDocument/2006/relationships/image" Target="/ppt/media/image.png" Id="Rae043673a0bd4d7e" /><Relationship Type="http://schemas.openxmlformats.org/officeDocument/2006/relationships/notesSlide" Target="/ppt/notesSlides/notesSlide1.xml" Id="Rffc978f897df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5c6dec2e141e8" /><Relationship Type="http://schemas.openxmlformats.org/officeDocument/2006/relationships/notesSlide" Target="/ppt/notesSlides/notesSlide2.xml" Id="R87a1de62c86b4d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a2f36208442fb" /><Relationship Type="http://schemas.openxmlformats.org/officeDocument/2006/relationships/notesSlide" Target="/ppt/notesSlides/notesSlide3.xml" Id="Reb2760abf08d46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852d19ee24234" /><Relationship Type="http://schemas.openxmlformats.org/officeDocument/2006/relationships/notesSlide" Target="/ppt/notesSlides/notesSlide4.xml" Id="Re803bf90eca6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fcd148ee148ed" /><Relationship Type="http://schemas.openxmlformats.org/officeDocument/2006/relationships/notesSlide" Target="/ppt/notesSlides/notesSlide5.xml" Id="R9020c74f000743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124564fe84f83" /><Relationship Type="http://schemas.openxmlformats.org/officeDocument/2006/relationships/notesSlide" Target="/ppt/notesSlides/notesSlide6.xml" Id="Rc053f4f71acc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9d66fbec941c3" /><Relationship Type="http://schemas.openxmlformats.org/officeDocument/2006/relationships/image" Target="/ppt/media/image2.png" Id="R560070a639184d63" /><Relationship Type="http://schemas.openxmlformats.org/officeDocument/2006/relationships/image" Target="/ppt/media/image3.png" Id="R4038bccf34bf4147" /><Relationship Type="http://schemas.openxmlformats.org/officeDocument/2006/relationships/notesSlide" Target="/ppt/notesSlides/notesSlide7.xml" Id="Ref0af134d27a4a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1ce21a0b04c35" /><Relationship Type="http://schemas.openxmlformats.org/officeDocument/2006/relationships/notesSlide" Target="/ppt/notesSlides/notesSlide8.xml" Id="R996047c91e804c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EA5E46-139C-4472-9030-36E9A544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SOCIALREADER · FOOD_V1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38329D0D-FBE7-40F8-BB7D-4EAE861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AI 美食社媒</a:t>
            </a:r>
          </a:p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情报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6698DDF-D981-4412-B754-35CA387E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从通用采集到可追溯的领域 MVP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4355F06-58C3-4C27-AB66-A43DAE35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36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4CEB16-E39B-4AC2-8C01-480D776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问题定义 · 规则迭代 · 测试证据 · 产品演示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DD0920-745C-402B-8A12-B1CE2984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Shay  |  海博拓天笔试汇报  |  2026.09</a:t>
            </a:r>
          </a:p>
        </p:txBody>
      </p:sp>
      <p:sp>
        <p:nvSpPr>
          <p:cNvPr id="7" name="hero-frame">
            <a:extLst xmlns:a="http://schemas.openxmlformats.org/drawingml/2006/main">
              <a:ext uri="{FF2B5EF4-FFF2-40B4-BE49-F238E27FC236}">
                <a16:creationId xmlns:a16="http://schemas.microsoft.com/office/drawing/2014/main" id="{DC480A14-31FF-4557-9C20-BB437E96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4864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43673a0bd4d7e"/>
          <a:srcRect xmlns:a="http://schemas.openxmlformats.org/drawingml/2006/main" l="6533" t="0" r="6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552450"/>
            <a:ext cx="5181600" cy="5391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3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4AC1FACE-9799-4143-885C-BDD32D99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 · 问题定义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9E64F9-BBE1-4B07-AAA3-26348A1E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通用采集能拿到内容，但不能直接回答业务问题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53EE6E-8D56-47E9-BA14-07AF46E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49ACD8D-A63E-4C2C-B869-C7C07FB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3422E6-1B51-4719-BEE8-F45418B8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原有能力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92CB79-9A0A-4344-867F-32A4215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抓取公开内容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保存正文、评论与视频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复用浏览器登录态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输出到本地知识库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A90878-678C-4A9E-A369-509A522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价值：保留了一套可复用的采集底座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1BF28B2-EF0C-4480-BA0D-B07B6DB8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5260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67CC0E-C036-4B7E-84F6-94D07CB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领域判断缺口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E5CD13-8D59-46BD-8F46-0D6131A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“新品”缺少变更证据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“热门”容易被误说成全站热榜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空泛表达会混入推荐语料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结论缺少原句与位置</a:t>
            </a:r>
          </a:p>
        </p:txBody>
      </p:sp>
      <p:sp>
        <p:nvSpPr>
          <p:cNvPr id="11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E1239037-E746-48C7-B2A1-B364FAB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552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F"/>
          </a:solidFill>
          <a:ln xmlns:a="http://schemas.openxmlformats.org/drawingml/2006/main" w="0">
            <a:solidFill>
              <a:srgbClr val="F7EBC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C44F1E-5FFC-4069-85C5-8B11A1D2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4A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A4A0D"/>
                </a:solidFill>
                <a:latin typeface="Microsoft YaHei"/>
                <a:ea typeface="Microsoft YaHei"/>
                <a:cs typeface="Microsoft YaHei"/>
              </a:rPr>
              <a:t>核心问题不是抓不到，而是判断不可验证。</a:t>
            </a:r>
          </a:p>
        </p:txBody>
      </p:sp>
    </p:spTree>
    <p:extLst>
      <p:ext uri="{BB962C8B-B14F-4D97-AF65-F5344CB8AC3E}">
        <p14:creationId xmlns:p14="http://schemas.microsoft.com/office/powerpoint/2010/main" val="1021834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90F2E894-FDF2-4D7F-9AD2-BF2CDAC6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 · 迭代路径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5C342-1B99-4A07-9770-EDF14469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V1 把一次模糊萃取拆成四个可检查步骤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CFC5E9E-D801-4232-A97E-4C7E3A4F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D8499D9-6E9E-48A2-ACBE-5C357F78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D2D024-8F05-4ABA-9141-710E3A4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V0：一个通用“爆款结构萃取”任务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338E30-7FB2-48C4-8980-3F21458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V1：每一步都有结构化输出、规则版本和失败状态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28B2288-A180-45D9-82D2-4542140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986CACB8-D732-4E4C-9ACD-749F878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2FFF40-6507-497C-8D27-F0022A1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A54662-7BD2-43B6-9996-2035EB1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食品知识抽取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7BE940-F222-43F7-ABD1-9B609A52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菜品、食材、味道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口感、做法、场景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95214BE9-9FC7-454E-9406-BD1DC141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090CD3-3140-4D03-8D58-14965FA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9E662A-52F5-4D10-A48B-CABB4640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表达候选发现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622E31A-8E74-4254-90E3-4F0D727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保留具体原句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过滤泛泛描述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C138B535-6A62-4F8E-85E6-22442BE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DB3564B-B1B6-4E07-8BA2-AEA32E9A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68EA9C-8A02-4DCD-8004-013D11B4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独立证据审核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B2FB2B-19AB-4CA4-B5C7-6142626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检查对象、位置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风险与可回溯性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4DDE100E-4B89-4D52-9C2A-E7CB80F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3A5567-334F-4322-9A19-74457D4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864A638-C424-4137-81E5-3D3A38E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推荐理由生成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4D23856-8DBA-42B0-9095-F0794AE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仅使用通过证据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不把 ID 当结论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46B64A4-A220-4950-8173-5B93A449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Prompt 被拆小，判断边界进入规则，最终结论保留人工审核。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303703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9586481-427E-455D-9BD2-3345B50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 · 前后对比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5AAECA-BD94-42F4-A385-E5482810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边界样例暴露了 V0 的误收与漏收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553B0C-5A88-43D2-A4C2-7BBD86C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50605CB-AB5D-4B4E-BAFE-464B93C2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31C128-7B9C-4D74-9CA6-395D6BA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V0 · 宽松关键词基线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A13428-68E7-4170-A40A-8EA9A752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“好吃绝了”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3E3800-1703-4940-9394-4048207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命中“好吃 / 绝” → 误收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746935-10D9-479A-B8EC-F0484BA2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“每一口都能嚼到虾肉”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6B733A-EE16-439F-9FC8-5A7B2DF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未命中关键词 → 漏收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0A48AF2-CA76-4C87-88A6-37B2FAE8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19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3D02D76-8CF2-4F88-8938-74DD66B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V1 · 食品表达规则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AF36FD-F52A-49D7-8E5F-EB31A4E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泛泛夸赞，没有对象和感官细节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FC5F76-0A72-448C-AABE-149DE3F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generic noise → 过滤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9A52BB-24C4-409F-A5DB-51132AA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具体食材＋明确口感体验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7298B6-0D88-4DAF-B317-AF00B1E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specific evidence → 保留待审</a:t>
            </a:r>
          </a:p>
        </p:txBody>
      </p:sp>
      <p:sp>
        <p:nvSpPr>
          <p:cNvPr id="16" name="scope-note">
            <a:extLst xmlns:a="http://schemas.openxmlformats.org/drawingml/2006/main">
              <a:ext uri="{FF2B5EF4-FFF2-40B4-BE49-F238E27FC236}">
                <a16:creationId xmlns:a16="http://schemas.microsoft.com/office/drawing/2014/main" id="{18E810A7-C496-4E01-84D8-495E84AD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4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DD5"/>
          </a:solidFill>
          <a:ln xmlns:a="http://schemas.openxmlformats.org/drawingml/2006/main" w="0">
            <a:solidFill>
              <a:srgbClr val="F3DDD5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B79D6A-FE5D-4E3A-9E67-33183904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rPr>
              <a:t>说明：这是固定边界样例的规则对比，不是大模型 Prompt A/B。</a:t>
            </a:r>
          </a:p>
        </p:txBody>
      </p:sp>
    </p:spTree>
    <p:extLst>
      <p:ext uri="{BB962C8B-B14F-4D97-AF65-F5344CB8AC3E}">
        <p14:creationId xmlns:p14="http://schemas.microsoft.com/office/powerpoint/2010/main" val="16642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00367947-545A-4C23-9360-A853A92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 · 评测设计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56DAC8-5478-43C9-9B0B-61D33CD2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测试夹具和人工金标准必须分开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15EB6DD-3C28-490B-A61B-BEDDDB1F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D648B90-0D8E-496E-97F0-C60F0DC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ontract-layer">
            <a:extLst xmlns:a="http://schemas.openxmlformats.org/drawingml/2006/main">
              <a:ext uri="{FF2B5EF4-FFF2-40B4-BE49-F238E27FC236}">
                <a16:creationId xmlns:a16="http://schemas.microsoft.com/office/drawing/2014/main" id="{3207D295-03D9-44FF-BD9E-5E7D60AB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FB4590-08BF-4E84-983C-4A44934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8 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5B11AC-ABE9-47FE-A961-106A043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固定边界样例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D81982-ACBE-4F72-B644-7AE8221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开发时预设保留/过滤答案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用于防止规则回退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V0 匹配 4/8，V1 匹配 8/8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C972BB-B54F-4EB0-A36B-0685ED63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不能代表真实业务准确率</a:t>
            </a:r>
          </a:p>
        </p:txBody>
      </p:sp>
      <p:sp>
        <p:nvSpPr>
          <p:cNvPr id="10" name="gold-layer">
            <a:extLst xmlns:a="http://schemas.openxmlformats.org/drawingml/2006/main">
              <a:ext uri="{FF2B5EF4-FFF2-40B4-BE49-F238E27FC236}">
                <a16:creationId xmlns:a16="http://schemas.microsoft.com/office/drawing/2014/main" id="{6ED6805A-9939-462A-AE80-F4399A3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D31462-9FDC-440B-9B40-23519015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 / 24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9AC367-12D6-4247-8E46-D5A02562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已完成人工金标准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7A13F8-5A3B-4E2A-AF6A-AA08558D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24 篇只是计划验收规模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当前收集 5 篇待标内容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主标注者、复核者均为空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2459C9-55F1-4A62-A39E-0928A6EB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production_metrics = null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813B14-5BD2-4CC6-8CC2-545A4A8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结论：现在能证明规则符合预设边界，不能声称真实准确率提升。</a:t>
            </a:r>
          </a:p>
        </p:txBody>
      </p:sp>
    </p:spTree>
    <p:extLst>
      <p:ext uri="{BB962C8B-B14F-4D97-AF65-F5344CB8AC3E}">
        <p14:creationId xmlns:p14="http://schemas.microsoft.com/office/powerpoint/2010/main" val="1425452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A452681A-A0F3-443A-9969-88BF37A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05 · 验证结果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2D476-B7C1-480D-9EC7-13133DA1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当前成果只报告可复现的工程证据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92DA9CA-F826-4053-9A2D-C7FBB2A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AFE1E49-F9ED-4F07-B414-DE4DADF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07E8BD-649C-455A-A060-EC099E46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以下数据来自本次本地运行与自动化检查；口径均限定在当前样本和当前代码。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03424EA0-1618-4610-AF1F-70B5E8E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D2447D-92C1-4919-8E99-0E25A38D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E95F62-DFD2-4086-A0C5-E76E6AE7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真实详情采集成功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BE5294-52A2-4F27-9838-43B3FA1B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小红书 3 条＋抖音 2 条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EEA3089D-D43F-487B-9595-513B933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0">
            <a:solidFill>
              <a:srgbClr val="DCEDE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F1DE97-CDC1-4808-8914-37B9CB6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F3AB15-C9BB-4F0E-A9B8-D6E9C58C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单元与回归测试通过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FEEF27-22DB-4FE8-B34B-6BE13BB2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阶段 1–4 与通用功能回归</a:t>
            </a:r>
          </a:p>
        </p:txBody>
      </p:sp>
      <p:sp>
        <p:nvSpPr>
          <p:cNvPr id="14" name="metric-2">
            <a:extLst xmlns:a="http://schemas.openxmlformats.org/drawingml/2006/main">
              <a:ext uri="{FF2B5EF4-FFF2-40B4-BE49-F238E27FC236}">
                <a16:creationId xmlns:a16="http://schemas.microsoft.com/office/drawing/2014/main" id="{044007B0-56E1-4A59-8659-E18FA04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EEC726-BCFC-43E8-B66E-C56FDBF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55 / 55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7932F20-AC0A-4AF9-90B0-CA0E562C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候选表达可回溯原句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211498-827F-4C6B-979D-2DBB664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仍全部处于人工待审核状态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4B23959-76FB-4234-9203-D20FF9AA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未报告：生产准确率、平台全站热度、人工确认推荐理由。</a:t>
            </a:r>
          </a:p>
        </p:txBody>
      </p:sp>
    </p:spTree>
    <p:extLst>
      <p:ext uri="{BB962C8B-B14F-4D97-AF65-F5344CB8AC3E}">
        <p14:creationId xmlns:p14="http://schemas.microsoft.com/office/powerpoint/2010/main" val="2038367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1E3DDCBA-9109-48AC-B29B-14F6F99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06 · 产品功能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59CA35-F585-40EB-BB42-4A00FF8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页面把采集、判断和人工审核连成一条演示链路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95D865A-CE47-4621-A085-99702E08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13E38AA-AF29-4521-A351-87A12B8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overview-frame">
            <a:extLst xmlns:a="http://schemas.openxmlformats.org/drawingml/2006/main">
              <a:ext uri="{FF2B5EF4-FFF2-40B4-BE49-F238E27FC236}">
                <a16:creationId xmlns:a16="http://schemas.microsoft.com/office/drawing/2014/main" id="{1AB210B3-4796-4FD6-B2FF-97FC5C18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070a639184d63"/>
          <a:srcRect xmlns:a="http://schemas.openxmlformats.org/drawingml/2006/main" l="0" t="1553" r="0" b="1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5105400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93C297-9A44-4642-BAC2-2A293E2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① 任务设置与关键词预览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96FDFD-2FE3-466C-8730-46E534A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预览不篡改最近运行指标；点击开始后才更新。</a:t>
            </a:r>
          </a:p>
        </p:txBody>
      </p:sp>
      <p:sp>
        <p:nvSpPr>
          <p:cNvPr id="9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E3859B81-3010-4567-AC17-12D011A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8bccf34bf4147"/>
          <a:srcRect xmlns:a="http://schemas.openxmlformats.org/drawingml/2006/main" l="0" t="1553" r="0" b="1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790700"/>
            <a:ext cx="5105400" cy="27622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9BF8C1-C52E-423B-92AC-4F994C8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② 原句证据与人工审核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BD9F49-11EA-41A6-BDDB-DFFAC2A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正文、评论、ASR 都保留来源位置与待审状态。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4F97B4-0C0C-4993-85D0-46907F6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演示顺序：输入关键词 → 候选池 → 详情采集 → 食品卡 → 表达审核 → 推荐理由</a:t>
            </a:r>
          </a:p>
        </p:txBody>
      </p:sp>
    </p:spTree>
    <p:extLst>
      <p:ext uri="{BB962C8B-B14F-4D97-AF65-F5344CB8AC3E}">
        <p14:creationId xmlns:p14="http://schemas.microsoft.com/office/powerpoint/2010/main" val="896373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83C3563E-7E96-4328-B8F4-2F369F29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07 · 结论与下一步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8CAC38-8459-4C0C-B47A-FB33656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这个 MVP 的价值是可验证，而不是假装已经成熟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F9C843A-C85E-4CA2-8DFD-34721343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29AF623-50F9-4EBC-8486-2BCDF13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B3D82F-68E9-48FE-8DE0-28458A16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4AC1AF-0F16-442A-86E4-16971174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保留通用采集底座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增加 food_v1 独立模块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新品、热门、表达拆分规则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原句、位置和审核状态可追溯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失败与证据不足明确展示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8AF4AF1-2255-4B65-8FB1-BD7DFB73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F6A831-496D-4C90-9467-73C764C8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仍待完成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404B74-AC66-4901-8412-E60504CF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重构食品层级与多维属性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完成 24 篇人工金标准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双人复核并计算真实指标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处理 ASR 错字与令牌过期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扩大同平台候选池验证</a:t>
            </a:r>
          </a:p>
        </p:txBody>
      </p:sp>
      <p:sp>
        <p:nvSpPr>
          <p:cNvPr id="10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7333E6E5-FB3D-42EA-9BF4-BB9DEBC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4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0BB6BC-3325-4AA2-9F56-6EEEF8E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先让每个结论站得住，再逐步追求更高的自动化。</a:t>
            </a:r>
          </a:p>
        </p:txBody>
      </p:sp>
    </p:spTree>
    <p:extLst>
      <p:ext uri="{BB962C8B-B14F-4D97-AF65-F5344CB8AC3E}">
        <p14:creationId xmlns:p14="http://schemas.microsoft.com/office/powerpoint/2010/main" val="547859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2026-09-03T18:43:55.7070000Z</dcterms:created>
  <dcterms:modified xsi:type="dcterms:W3CDTF">2026-09-03T18:43:55.7070000Z</dcterms:modified>
</coreProperties>
</file>